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a McMullen" userId="63b63d383041eda1" providerId="LiveId" clId="{5C968130-C229-487A-837F-E93D887AA565}"/>
    <pc:docChg chg="custSel modSld">
      <pc:chgData name="Luna McMullen" userId="63b63d383041eda1" providerId="LiveId" clId="{5C968130-C229-487A-837F-E93D887AA565}" dt="2026-05-03T06:06:36.513" v="148" actId="1076"/>
      <pc:docMkLst>
        <pc:docMk/>
      </pc:docMkLst>
      <pc:sldChg chg="modSp mod">
        <pc:chgData name="Luna McMullen" userId="63b63d383041eda1" providerId="LiveId" clId="{5C968130-C229-487A-837F-E93D887AA565}" dt="2026-05-03T05:23:36.892" v="108" actId="20577"/>
        <pc:sldMkLst>
          <pc:docMk/>
          <pc:sldMk cId="2682702078" sldId="259"/>
        </pc:sldMkLst>
        <pc:graphicFrameChg chg="modGraphic">
          <ac:chgData name="Luna McMullen" userId="63b63d383041eda1" providerId="LiveId" clId="{5C968130-C229-487A-837F-E93D887AA565}" dt="2026-05-03T05:23:36.892" v="108" actId="20577"/>
          <ac:graphicFrameMkLst>
            <pc:docMk/>
            <pc:sldMk cId="2682702078" sldId="259"/>
            <ac:graphicFrameMk id="6" creationId="{66D6F278-9E3E-C231-02E7-0E54A1967AD1}"/>
          </ac:graphicFrameMkLst>
        </pc:graphicFrameChg>
      </pc:sldChg>
      <pc:sldChg chg="addSp delSp modSp mod">
        <pc:chgData name="Luna McMullen" userId="63b63d383041eda1" providerId="LiveId" clId="{5C968130-C229-487A-837F-E93D887AA565}" dt="2026-05-03T05:15:59.583" v="79" actId="1076"/>
        <pc:sldMkLst>
          <pc:docMk/>
          <pc:sldMk cId="2998476197" sldId="260"/>
        </pc:sldMkLst>
        <pc:picChg chg="del">
          <ac:chgData name="Luna McMullen" userId="63b63d383041eda1" providerId="LiveId" clId="{5C968130-C229-487A-837F-E93D887AA565}" dt="2026-05-03T05:15:41.670" v="71" actId="21"/>
          <ac:picMkLst>
            <pc:docMk/>
            <pc:sldMk cId="2998476197" sldId="260"/>
            <ac:picMk id="7" creationId="{0F1C6791-29FC-91CF-5D5A-3D126C71A7B3}"/>
          </ac:picMkLst>
        </pc:picChg>
        <pc:picChg chg="add mod">
          <ac:chgData name="Luna McMullen" userId="63b63d383041eda1" providerId="LiveId" clId="{5C968130-C229-487A-837F-E93D887AA565}" dt="2026-05-03T05:15:59.583" v="79" actId="1076"/>
          <ac:picMkLst>
            <pc:docMk/>
            <pc:sldMk cId="2998476197" sldId="260"/>
            <ac:picMk id="9" creationId="{C1EE6FF1-5AD5-FA5D-8568-8C46DF37340A}"/>
          </ac:picMkLst>
        </pc:picChg>
      </pc:sldChg>
      <pc:sldChg chg="addSp delSp modSp mod">
        <pc:chgData name="Luna McMullen" userId="63b63d383041eda1" providerId="LiveId" clId="{5C968130-C229-487A-837F-E93D887AA565}" dt="2026-05-03T06:06:36.513" v="148" actId="1076"/>
        <pc:sldMkLst>
          <pc:docMk/>
          <pc:sldMk cId="497481928" sldId="262"/>
        </pc:sldMkLst>
        <pc:spChg chg="mod">
          <ac:chgData name="Luna McMullen" userId="63b63d383041eda1" providerId="LiveId" clId="{5C968130-C229-487A-837F-E93D887AA565}" dt="2026-05-03T05:24:04.280" v="135" actId="20577"/>
          <ac:spMkLst>
            <pc:docMk/>
            <pc:sldMk cId="497481928" sldId="262"/>
            <ac:spMk id="2" creationId="{68DF66C4-176C-639C-B643-1948145B9651}"/>
          </ac:spMkLst>
        </pc:spChg>
        <pc:picChg chg="del mod">
          <ac:chgData name="Luna McMullen" userId="63b63d383041eda1" providerId="LiveId" clId="{5C968130-C229-487A-837F-E93D887AA565}" dt="2026-05-03T06:06:32.144" v="144" actId="478"/>
          <ac:picMkLst>
            <pc:docMk/>
            <pc:sldMk cId="497481928" sldId="262"/>
            <ac:picMk id="8" creationId="{22CB8452-3EC4-C42C-BB3F-61DC2FC6B4B8}"/>
          </ac:picMkLst>
        </pc:picChg>
        <pc:picChg chg="del">
          <ac:chgData name="Luna McMullen" userId="63b63d383041eda1" providerId="LiveId" clId="{5C968130-C229-487A-837F-E93D887AA565}" dt="2026-05-03T05:55:11.534" v="136" actId="478"/>
          <ac:picMkLst>
            <pc:docMk/>
            <pc:sldMk cId="497481928" sldId="262"/>
            <ac:picMk id="10" creationId="{F3B88A10-EC1E-2B17-10E5-3C224A62C91C}"/>
          </ac:picMkLst>
        </pc:picChg>
        <pc:picChg chg="add mod">
          <ac:chgData name="Luna McMullen" userId="63b63d383041eda1" providerId="LiveId" clId="{5C968130-C229-487A-837F-E93D887AA565}" dt="2026-05-03T05:55:23.057" v="142" actId="1076"/>
          <ac:picMkLst>
            <pc:docMk/>
            <pc:sldMk cId="497481928" sldId="262"/>
            <ac:picMk id="17" creationId="{D28CBF1D-6052-1953-107E-87D90BE607CB}"/>
          </ac:picMkLst>
        </pc:picChg>
        <pc:picChg chg="add mod">
          <ac:chgData name="Luna McMullen" userId="63b63d383041eda1" providerId="LiveId" clId="{5C968130-C229-487A-837F-E93D887AA565}" dt="2026-05-03T06:06:36.513" v="148" actId="1076"/>
          <ac:picMkLst>
            <pc:docMk/>
            <pc:sldMk cId="497481928" sldId="262"/>
            <ac:picMk id="21" creationId="{C36454F6-2FED-B7C6-8C25-0B1EAF7C84A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B2791D-D5E3-4304-8E8C-5D511BE038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22234C-FC22-41CA-97E7-D19D364FE370}">
      <dgm:prSet/>
      <dgm:spPr/>
      <dgm:t>
        <a:bodyPr/>
        <a:lstStyle/>
        <a:p>
          <a:r>
            <a:rPr lang="en-US"/>
            <a:t>Very simple design</a:t>
          </a:r>
        </a:p>
      </dgm:t>
    </dgm:pt>
    <dgm:pt modelId="{17F040BB-D352-4F56-A048-E0B68F0EECAF}" type="parTrans" cxnId="{A4570FEF-6679-477A-90C0-35BF376D82EF}">
      <dgm:prSet/>
      <dgm:spPr/>
      <dgm:t>
        <a:bodyPr/>
        <a:lstStyle/>
        <a:p>
          <a:endParaRPr lang="en-US"/>
        </a:p>
      </dgm:t>
    </dgm:pt>
    <dgm:pt modelId="{CE3348C5-7E1D-48F6-B51B-A3C5A9CDA6AC}" type="sibTrans" cxnId="{A4570FEF-6679-477A-90C0-35BF376D82EF}">
      <dgm:prSet/>
      <dgm:spPr/>
      <dgm:t>
        <a:bodyPr/>
        <a:lstStyle/>
        <a:p>
          <a:endParaRPr lang="en-US"/>
        </a:p>
      </dgm:t>
    </dgm:pt>
    <dgm:pt modelId="{156C86CF-7081-4367-9670-850C121DE6B9}">
      <dgm:prSet/>
      <dgm:spPr/>
      <dgm:t>
        <a:bodyPr/>
        <a:lstStyle/>
        <a:p>
          <a:r>
            <a:rPr lang="en-US"/>
            <a:t>Used Assignment 4 template for simplicity</a:t>
          </a:r>
        </a:p>
      </dgm:t>
    </dgm:pt>
    <dgm:pt modelId="{CD13081D-303A-4CA6-95E5-7B54591465D0}" type="parTrans" cxnId="{DA8A8A12-27D8-4495-BF10-450E4749E814}">
      <dgm:prSet/>
      <dgm:spPr/>
      <dgm:t>
        <a:bodyPr/>
        <a:lstStyle/>
        <a:p>
          <a:endParaRPr lang="en-US"/>
        </a:p>
      </dgm:t>
    </dgm:pt>
    <dgm:pt modelId="{99406158-BC5C-4EA5-A3FF-D57CD2DD1411}" type="sibTrans" cxnId="{DA8A8A12-27D8-4495-BF10-450E4749E814}">
      <dgm:prSet/>
      <dgm:spPr/>
      <dgm:t>
        <a:bodyPr/>
        <a:lstStyle/>
        <a:p>
          <a:endParaRPr lang="en-US"/>
        </a:p>
      </dgm:t>
    </dgm:pt>
    <dgm:pt modelId="{4D37F675-7AAA-4E85-9B1B-DD693C970EF8}">
      <dgm:prSet/>
      <dgm:spPr/>
      <dgm:t>
        <a:bodyPr/>
        <a:lstStyle/>
        <a:p>
          <a:r>
            <a:rPr lang="en-US"/>
            <a:t>Counts exact number of each instruction type</a:t>
          </a:r>
        </a:p>
      </dgm:t>
    </dgm:pt>
    <dgm:pt modelId="{66056511-0220-44D8-B503-04499454CCE9}" type="parTrans" cxnId="{046612CA-B726-4D0F-9C80-F755E11E5C50}">
      <dgm:prSet/>
      <dgm:spPr/>
      <dgm:t>
        <a:bodyPr/>
        <a:lstStyle/>
        <a:p>
          <a:endParaRPr lang="en-US"/>
        </a:p>
      </dgm:t>
    </dgm:pt>
    <dgm:pt modelId="{15FE1895-230E-45B0-8AA8-3CE17B7F74D5}" type="sibTrans" cxnId="{046612CA-B726-4D0F-9C80-F755E11E5C50}">
      <dgm:prSet/>
      <dgm:spPr/>
      <dgm:t>
        <a:bodyPr/>
        <a:lstStyle/>
        <a:p>
          <a:endParaRPr lang="en-US"/>
        </a:p>
      </dgm:t>
    </dgm:pt>
    <dgm:pt modelId="{01DBB58A-DC17-4400-86C1-63EBFC1E7B22}">
      <dgm:prSet/>
      <dgm:spPr/>
      <dgm:t>
        <a:bodyPr/>
        <a:lstStyle/>
        <a:p>
          <a:r>
            <a:rPr lang="en-US"/>
            <a:t>Returns percentages of each type</a:t>
          </a:r>
        </a:p>
      </dgm:t>
    </dgm:pt>
    <dgm:pt modelId="{49F04139-7B85-466A-9B30-F2281FA194FE}" type="parTrans" cxnId="{339EE356-301F-429E-A74F-7A95BB8A4269}">
      <dgm:prSet/>
      <dgm:spPr/>
      <dgm:t>
        <a:bodyPr/>
        <a:lstStyle/>
        <a:p>
          <a:endParaRPr lang="en-US"/>
        </a:p>
      </dgm:t>
    </dgm:pt>
    <dgm:pt modelId="{905C73DB-F573-49F3-8EDD-32122CAC4B48}" type="sibTrans" cxnId="{339EE356-301F-429E-A74F-7A95BB8A4269}">
      <dgm:prSet/>
      <dgm:spPr/>
      <dgm:t>
        <a:bodyPr/>
        <a:lstStyle/>
        <a:p>
          <a:endParaRPr lang="en-US"/>
        </a:p>
      </dgm:t>
    </dgm:pt>
    <dgm:pt modelId="{B792B228-7BDB-4073-A210-D75715F56883}" type="pres">
      <dgm:prSet presAssocID="{4AB2791D-D5E3-4304-8E8C-5D511BE038F5}" presName="linear" presStyleCnt="0">
        <dgm:presLayoutVars>
          <dgm:animLvl val="lvl"/>
          <dgm:resizeHandles val="exact"/>
        </dgm:presLayoutVars>
      </dgm:prSet>
      <dgm:spPr/>
    </dgm:pt>
    <dgm:pt modelId="{EC729E19-A6C3-4108-AD31-FFE1B174A045}" type="pres">
      <dgm:prSet presAssocID="{2422234C-FC22-41CA-97E7-D19D364FE3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EE872CB-A5FE-4E58-A68B-6621E36198C8}" type="pres">
      <dgm:prSet presAssocID="{CE3348C5-7E1D-48F6-B51B-A3C5A9CDA6AC}" presName="spacer" presStyleCnt="0"/>
      <dgm:spPr/>
    </dgm:pt>
    <dgm:pt modelId="{E9B10ED4-1544-45D9-AEAC-F406471D11B1}" type="pres">
      <dgm:prSet presAssocID="{156C86CF-7081-4367-9670-850C121DE6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F2386E-8CCA-4DCB-B580-F8C3C7D90753}" type="pres">
      <dgm:prSet presAssocID="{99406158-BC5C-4EA5-A3FF-D57CD2DD1411}" presName="spacer" presStyleCnt="0"/>
      <dgm:spPr/>
    </dgm:pt>
    <dgm:pt modelId="{05ADF027-90BE-43D5-91E1-8799DAEE97A9}" type="pres">
      <dgm:prSet presAssocID="{4D37F675-7AAA-4E85-9B1B-DD693C970E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B43904-BF42-489E-AB4C-6267E5BAD343}" type="pres">
      <dgm:prSet presAssocID="{15FE1895-230E-45B0-8AA8-3CE17B7F74D5}" presName="spacer" presStyleCnt="0"/>
      <dgm:spPr/>
    </dgm:pt>
    <dgm:pt modelId="{78DDD842-0758-48B2-BB6B-FE6F1109010C}" type="pres">
      <dgm:prSet presAssocID="{01DBB58A-DC17-4400-86C1-63EBFC1E7B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8A8A12-27D8-4495-BF10-450E4749E814}" srcId="{4AB2791D-D5E3-4304-8E8C-5D511BE038F5}" destId="{156C86CF-7081-4367-9670-850C121DE6B9}" srcOrd="1" destOrd="0" parTransId="{CD13081D-303A-4CA6-95E5-7B54591465D0}" sibTransId="{99406158-BC5C-4EA5-A3FF-D57CD2DD1411}"/>
    <dgm:cxn modelId="{2FEEE134-9F96-4385-B48D-6A375B99E548}" type="presOf" srcId="{4AB2791D-D5E3-4304-8E8C-5D511BE038F5}" destId="{B792B228-7BDB-4073-A210-D75715F56883}" srcOrd="0" destOrd="0" presId="urn:microsoft.com/office/officeart/2005/8/layout/vList2"/>
    <dgm:cxn modelId="{B6C40663-EB46-4CCE-ADC5-69A566B23C52}" type="presOf" srcId="{4D37F675-7AAA-4E85-9B1B-DD693C970EF8}" destId="{05ADF027-90BE-43D5-91E1-8799DAEE97A9}" srcOrd="0" destOrd="0" presId="urn:microsoft.com/office/officeart/2005/8/layout/vList2"/>
    <dgm:cxn modelId="{339EE356-301F-429E-A74F-7A95BB8A4269}" srcId="{4AB2791D-D5E3-4304-8E8C-5D511BE038F5}" destId="{01DBB58A-DC17-4400-86C1-63EBFC1E7B22}" srcOrd="3" destOrd="0" parTransId="{49F04139-7B85-466A-9B30-F2281FA194FE}" sibTransId="{905C73DB-F573-49F3-8EDD-32122CAC4B48}"/>
    <dgm:cxn modelId="{A6A3898C-CBE5-41DE-9FE2-396D275B429A}" type="presOf" srcId="{156C86CF-7081-4367-9670-850C121DE6B9}" destId="{E9B10ED4-1544-45D9-AEAC-F406471D11B1}" srcOrd="0" destOrd="0" presId="urn:microsoft.com/office/officeart/2005/8/layout/vList2"/>
    <dgm:cxn modelId="{29E7F8A3-94B9-4395-9633-B6D5CEBACBB8}" type="presOf" srcId="{2422234C-FC22-41CA-97E7-D19D364FE370}" destId="{EC729E19-A6C3-4108-AD31-FFE1B174A045}" srcOrd="0" destOrd="0" presId="urn:microsoft.com/office/officeart/2005/8/layout/vList2"/>
    <dgm:cxn modelId="{07D3DBB0-1FDE-4CD3-B19A-0DC76AB43A0B}" type="presOf" srcId="{01DBB58A-DC17-4400-86C1-63EBFC1E7B22}" destId="{78DDD842-0758-48B2-BB6B-FE6F1109010C}" srcOrd="0" destOrd="0" presId="urn:microsoft.com/office/officeart/2005/8/layout/vList2"/>
    <dgm:cxn modelId="{046612CA-B726-4D0F-9C80-F755E11E5C50}" srcId="{4AB2791D-D5E3-4304-8E8C-5D511BE038F5}" destId="{4D37F675-7AAA-4E85-9B1B-DD693C970EF8}" srcOrd="2" destOrd="0" parTransId="{66056511-0220-44D8-B503-04499454CCE9}" sibTransId="{15FE1895-230E-45B0-8AA8-3CE17B7F74D5}"/>
    <dgm:cxn modelId="{A4570FEF-6679-477A-90C0-35BF376D82EF}" srcId="{4AB2791D-D5E3-4304-8E8C-5D511BE038F5}" destId="{2422234C-FC22-41CA-97E7-D19D364FE370}" srcOrd="0" destOrd="0" parTransId="{17F040BB-D352-4F56-A048-E0B68F0EECAF}" sibTransId="{CE3348C5-7E1D-48F6-B51B-A3C5A9CDA6AC}"/>
    <dgm:cxn modelId="{A35B23A1-28B3-4A8B-B233-03437576C0C8}" type="presParOf" srcId="{B792B228-7BDB-4073-A210-D75715F56883}" destId="{EC729E19-A6C3-4108-AD31-FFE1B174A045}" srcOrd="0" destOrd="0" presId="urn:microsoft.com/office/officeart/2005/8/layout/vList2"/>
    <dgm:cxn modelId="{CCA46694-8108-4685-AC5A-0AEF70973145}" type="presParOf" srcId="{B792B228-7BDB-4073-A210-D75715F56883}" destId="{CEE872CB-A5FE-4E58-A68B-6621E36198C8}" srcOrd="1" destOrd="0" presId="urn:microsoft.com/office/officeart/2005/8/layout/vList2"/>
    <dgm:cxn modelId="{7C9DE579-FA98-4C30-BD57-502DEB074B5F}" type="presParOf" srcId="{B792B228-7BDB-4073-A210-D75715F56883}" destId="{E9B10ED4-1544-45D9-AEAC-F406471D11B1}" srcOrd="2" destOrd="0" presId="urn:microsoft.com/office/officeart/2005/8/layout/vList2"/>
    <dgm:cxn modelId="{63BC7A2A-0F89-485F-9B10-7C618D77F059}" type="presParOf" srcId="{B792B228-7BDB-4073-A210-D75715F56883}" destId="{D1F2386E-8CCA-4DCB-B580-F8C3C7D90753}" srcOrd="3" destOrd="0" presId="urn:microsoft.com/office/officeart/2005/8/layout/vList2"/>
    <dgm:cxn modelId="{609F7242-5AFA-46C3-AE00-EA862D0860B3}" type="presParOf" srcId="{B792B228-7BDB-4073-A210-D75715F56883}" destId="{05ADF027-90BE-43D5-91E1-8799DAEE97A9}" srcOrd="4" destOrd="0" presId="urn:microsoft.com/office/officeart/2005/8/layout/vList2"/>
    <dgm:cxn modelId="{AB11027B-8E87-4CAD-A2DE-3623B67AFE65}" type="presParOf" srcId="{B792B228-7BDB-4073-A210-D75715F56883}" destId="{05B43904-BF42-489E-AB4C-6267E5BAD343}" srcOrd="5" destOrd="0" presId="urn:microsoft.com/office/officeart/2005/8/layout/vList2"/>
    <dgm:cxn modelId="{064B79A2-E189-4349-8251-4E3262144F1D}" type="presParOf" srcId="{B792B228-7BDB-4073-A210-D75715F56883}" destId="{78DDD842-0758-48B2-BB6B-FE6F110901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6AED7E-719B-4F68-A991-F12B179418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115F52-064B-4886-8FCB-251AD5630F9D}">
      <dgm:prSet/>
      <dgm:spPr/>
      <dgm:t>
        <a:bodyPr/>
        <a:lstStyle/>
        <a:p>
          <a:r>
            <a:rPr lang="en-US"/>
            <a:t>Multiply</a:t>
          </a:r>
        </a:p>
      </dgm:t>
    </dgm:pt>
    <dgm:pt modelId="{C7A16279-F965-4518-B9A2-EBE3E58068E4}" type="parTrans" cxnId="{955A7596-DB00-4EAF-807A-67F1C6DE4017}">
      <dgm:prSet/>
      <dgm:spPr/>
      <dgm:t>
        <a:bodyPr/>
        <a:lstStyle/>
        <a:p>
          <a:endParaRPr lang="en-US"/>
        </a:p>
      </dgm:t>
    </dgm:pt>
    <dgm:pt modelId="{22740099-2BB1-4DDC-BDAE-AD31DBBE0D45}" type="sibTrans" cxnId="{955A7596-DB00-4EAF-807A-67F1C6DE4017}">
      <dgm:prSet/>
      <dgm:spPr/>
      <dgm:t>
        <a:bodyPr/>
        <a:lstStyle/>
        <a:p>
          <a:endParaRPr lang="en-US"/>
        </a:p>
      </dgm:t>
    </dgm:pt>
    <dgm:pt modelId="{C489DF19-CDFD-4F67-9179-F3EF7BE30D1A}">
      <dgm:prSet/>
      <dgm:spPr/>
      <dgm:t>
        <a:bodyPr/>
        <a:lstStyle/>
        <a:p>
          <a:r>
            <a:rPr lang="en-US" dirty="0"/>
            <a:t>Signed</a:t>
          </a:r>
        </a:p>
      </dgm:t>
    </dgm:pt>
    <dgm:pt modelId="{84B3892B-B044-4FC4-95E9-56D38E41063C}" type="parTrans" cxnId="{64E43593-9B02-45D7-B9ED-CB1DE95443AE}">
      <dgm:prSet/>
      <dgm:spPr/>
      <dgm:t>
        <a:bodyPr/>
        <a:lstStyle/>
        <a:p>
          <a:endParaRPr lang="en-US"/>
        </a:p>
      </dgm:t>
    </dgm:pt>
    <dgm:pt modelId="{CDB17EC9-990A-400A-A9C6-1C2373B9C142}" type="sibTrans" cxnId="{64E43593-9B02-45D7-B9ED-CB1DE95443AE}">
      <dgm:prSet/>
      <dgm:spPr/>
      <dgm:t>
        <a:bodyPr/>
        <a:lstStyle/>
        <a:p>
          <a:endParaRPr lang="en-US"/>
        </a:p>
      </dgm:t>
    </dgm:pt>
    <dgm:pt modelId="{05140F69-2BED-4A94-813F-E84919FD653B}">
      <dgm:prSet/>
      <dgm:spPr/>
      <dgm:t>
        <a:bodyPr/>
        <a:lstStyle/>
        <a:p>
          <a:r>
            <a:rPr lang="en-US"/>
            <a:t>Divide</a:t>
          </a:r>
        </a:p>
      </dgm:t>
    </dgm:pt>
    <dgm:pt modelId="{BF92FB3A-A73F-4619-B4C2-0E4458577637}" type="parTrans" cxnId="{E4AFCF76-E220-457B-B374-23B26654E77F}">
      <dgm:prSet/>
      <dgm:spPr/>
      <dgm:t>
        <a:bodyPr/>
        <a:lstStyle/>
        <a:p>
          <a:endParaRPr lang="en-US"/>
        </a:p>
      </dgm:t>
    </dgm:pt>
    <dgm:pt modelId="{B6FE2E0A-B6DE-4B4F-8CC3-53012CDFDD4A}" type="sibTrans" cxnId="{E4AFCF76-E220-457B-B374-23B26654E77F}">
      <dgm:prSet/>
      <dgm:spPr/>
      <dgm:t>
        <a:bodyPr/>
        <a:lstStyle/>
        <a:p>
          <a:endParaRPr lang="en-US"/>
        </a:p>
      </dgm:t>
    </dgm:pt>
    <dgm:pt modelId="{B55F0A60-5E26-48D6-A73C-39CBC47B0725}">
      <dgm:prSet/>
      <dgm:spPr/>
      <dgm:t>
        <a:bodyPr/>
        <a:lstStyle/>
        <a:p>
          <a:r>
            <a:rPr lang="en-US"/>
            <a:t>Signed</a:t>
          </a:r>
        </a:p>
      </dgm:t>
    </dgm:pt>
    <dgm:pt modelId="{1AE675C3-37C7-4290-BB56-90E7D9810319}" type="parTrans" cxnId="{AA792ED8-7871-4C01-9749-43AB2D428497}">
      <dgm:prSet/>
      <dgm:spPr/>
      <dgm:t>
        <a:bodyPr/>
        <a:lstStyle/>
        <a:p>
          <a:endParaRPr lang="en-US"/>
        </a:p>
      </dgm:t>
    </dgm:pt>
    <dgm:pt modelId="{312FB59A-CCB5-4875-8266-44727E6C851B}" type="sibTrans" cxnId="{AA792ED8-7871-4C01-9749-43AB2D428497}">
      <dgm:prSet/>
      <dgm:spPr/>
      <dgm:t>
        <a:bodyPr/>
        <a:lstStyle/>
        <a:p>
          <a:endParaRPr lang="en-US"/>
        </a:p>
      </dgm:t>
    </dgm:pt>
    <dgm:pt modelId="{2E75607F-0E9E-4D0C-A0E6-6A1A24BE7AEA}">
      <dgm:prSet/>
      <dgm:spPr/>
      <dgm:t>
        <a:bodyPr/>
        <a:lstStyle/>
        <a:p>
          <a:r>
            <a:rPr lang="en-US"/>
            <a:t>Handles division by zero</a:t>
          </a:r>
        </a:p>
      </dgm:t>
    </dgm:pt>
    <dgm:pt modelId="{B63B5E6F-DCB1-415C-AC96-BCC17B9180D1}" type="parTrans" cxnId="{71B47622-56C6-4515-8B04-BFC9425B1BFA}">
      <dgm:prSet/>
      <dgm:spPr/>
      <dgm:t>
        <a:bodyPr/>
        <a:lstStyle/>
        <a:p>
          <a:endParaRPr lang="en-US"/>
        </a:p>
      </dgm:t>
    </dgm:pt>
    <dgm:pt modelId="{9001807C-706A-413C-856C-0ED107B2CA9B}" type="sibTrans" cxnId="{71B47622-56C6-4515-8B04-BFC9425B1BFA}">
      <dgm:prSet/>
      <dgm:spPr/>
      <dgm:t>
        <a:bodyPr/>
        <a:lstStyle/>
        <a:p>
          <a:endParaRPr lang="en-US"/>
        </a:p>
      </dgm:t>
    </dgm:pt>
    <dgm:pt modelId="{15827C94-B01F-4563-9C19-DE8920717BD0}">
      <dgm:prSet/>
      <dgm:spPr/>
      <dgm:t>
        <a:bodyPr/>
        <a:lstStyle/>
        <a:p>
          <a:r>
            <a:rPr lang="en-US"/>
            <a:t>Modulus</a:t>
          </a:r>
        </a:p>
      </dgm:t>
    </dgm:pt>
    <dgm:pt modelId="{9C064DBE-01E8-4B79-B52F-D1A805DAB7E3}" type="parTrans" cxnId="{83BB2DAC-0EF6-4329-983F-E6C91801F37A}">
      <dgm:prSet/>
      <dgm:spPr/>
      <dgm:t>
        <a:bodyPr/>
        <a:lstStyle/>
        <a:p>
          <a:endParaRPr lang="en-US"/>
        </a:p>
      </dgm:t>
    </dgm:pt>
    <dgm:pt modelId="{03FA9B41-CE91-4848-9905-DE496EA1EAC2}" type="sibTrans" cxnId="{83BB2DAC-0EF6-4329-983F-E6C91801F37A}">
      <dgm:prSet/>
      <dgm:spPr/>
      <dgm:t>
        <a:bodyPr/>
        <a:lstStyle/>
        <a:p>
          <a:endParaRPr lang="en-US"/>
        </a:p>
      </dgm:t>
    </dgm:pt>
    <dgm:pt modelId="{329273F6-CA96-4BB6-980E-EF1184094098}">
      <dgm:prSet/>
      <dgm:spPr/>
      <dgm:t>
        <a:bodyPr/>
        <a:lstStyle/>
        <a:p>
          <a:r>
            <a:rPr lang="en-US" dirty="0"/>
            <a:t>Always returns positive, so unsigned</a:t>
          </a:r>
        </a:p>
      </dgm:t>
    </dgm:pt>
    <dgm:pt modelId="{F30337C6-7D96-42DF-916C-7E0D02F59518}" type="parTrans" cxnId="{7CB94D7B-B265-424E-A903-7CF1EB5C290F}">
      <dgm:prSet/>
      <dgm:spPr/>
      <dgm:t>
        <a:bodyPr/>
        <a:lstStyle/>
        <a:p>
          <a:endParaRPr lang="en-US"/>
        </a:p>
      </dgm:t>
    </dgm:pt>
    <dgm:pt modelId="{10963AAB-AABD-49E4-AC7C-E138C356E229}" type="sibTrans" cxnId="{7CB94D7B-B265-424E-A903-7CF1EB5C290F}">
      <dgm:prSet/>
      <dgm:spPr/>
      <dgm:t>
        <a:bodyPr/>
        <a:lstStyle/>
        <a:p>
          <a:endParaRPr lang="en-US"/>
        </a:p>
      </dgm:t>
    </dgm:pt>
    <dgm:pt modelId="{81FAB0D4-AF5B-4192-9D02-4C440CF99C71}">
      <dgm:prSet/>
      <dgm:spPr/>
      <dgm:t>
        <a:bodyPr/>
        <a:lstStyle/>
        <a:p>
          <a:r>
            <a:rPr lang="en-US"/>
            <a:t>Handles mod by zero</a:t>
          </a:r>
          <a:endParaRPr lang="en-US" dirty="0"/>
        </a:p>
      </dgm:t>
    </dgm:pt>
    <dgm:pt modelId="{C74EBA1B-D18F-4343-BD14-CC39928C1B8D}" type="parTrans" cxnId="{DC920D9A-DA22-4047-8A43-90FE278F6EE5}">
      <dgm:prSet/>
      <dgm:spPr/>
      <dgm:t>
        <a:bodyPr/>
        <a:lstStyle/>
        <a:p>
          <a:endParaRPr lang="en-US"/>
        </a:p>
      </dgm:t>
    </dgm:pt>
    <dgm:pt modelId="{2CC7960C-5F6C-466F-91BD-B209CB729C37}" type="sibTrans" cxnId="{DC920D9A-DA22-4047-8A43-90FE278F6EE5}">
      <dgm:prSet/>
      <dgm:spPr/>
      <dgm:t>
        <a:bodyPr/>
        <a:lstStyle/>
        <a:p>
          <a:endParaRPr lang="en-US"/>
        </a:p>
      </dgm:t>
    </dgm:pt>
    <dgm:pt modelId="{BF719C8E-11EE-478D-B1ED-0F35110CF8AF}" type="pres">
      <dgm:prSet presAssocID="{E16AED7E-719B-4F68-A991-F12B179418F5}" presName="linear" presStyleCnt="0">
        <dgm:presLayoutVars>
          <dgm:animLvl val="lvl"/>
          <dgm:resizeHandles val="exact"/>
        </dgm:presLayoutVars>
      </dgm:prSet>
      <dgm:spPr/>
    </dgm:pt>
    <dgm:pt modelId="{33FC9C6E-BE46-4815-A528-EAB91508DB76}" type="pres">
      <dgm:prSet presAssocID="{58115F52-064B-4886-8FCB-251AD5630F9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BFBA2D-CB17-48F3-91E3-EC332263F513}" type="pres">
      <dgm:prSet presAssocID="{58115F52-064B-4886-8FCB-251AD5630F9D}" presName="childText" presStyleLbl="revTx" presStyleIdx="0" presStyleCnt="3">
        <dgm:presLayoutVars>
          <dgm:bulletEnabled val="1"/>
        </dgm:presLayoutVars>
      </dgm:prSet>
      <dgm:spPr/>
    </dgm:pt>
    <dgm:pt modelId="{62AAA5A2-E595-4364-A20B-29BDA59104BD}" type="pres">
      <dgm:prSet presAssocID="{05140F69-2BED-4A94-813F-E84919FD653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3388B4-9609-496D-B705-8EFF7F6EB349}" type="pres">
      <dgm:prSet presAssocID="{05140F69-2BED-4A94-813F-E84919FD653B}" presName="childText" presStyleLbl="revTx" presStyleIdx="1" presStyleCnt="3">
        <dgm:presLayoutVars>
          <dgm:bulletEnabled val="1"/>
        </dgm:presLayoutVars>
      </dgm:prSet>
      <dgm:spPr/>
    </dgm:pt>
    <dgm:pt modelId="{3C14C4F6-A58B-46D3-AC3B-0FC4808A7309}" type="pres">
      <dgm:prSet presAssocID="{15827C94-B01F-4563-9C19-DE8920717BD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D2EF892-DB06-4A50-AE0D-BDBEB48FDF55}" type="pres">
      <dgm:prSet presAssocID="{15827C94-B01F-4563-9C19-DE8920717BD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40A7518-F6B1-452F-861D-C1F057FD30AA}" type="presOf" srcId="{58115F52-064B-4886-8FCB-251AD5630F9D}" destId="{33FC9C6E-BE46-4815-A528-EAB91508DB76}" srcOrd="0" destOrd="0" presId="urn:microsoft.com/office/officeart/2005/8/layout/vList2"/>
    <dgm:cxn modelId="{71B47622-56C6-4515-8B04-BFC9425B1BFA}" srcId="{05140F69-2BED-4A94-813F-E84919FD653B}" destId="{2E75607F-0E9E-4D0C-A0E6-6A1A24BE7AEA}" srcOrd="1" destOrd="0" parTransId="{B63B5E6F-DCB1-415C-AC96-BCC17B9180D1}" sibTransId="{9001807C-706A-413C-856C-0ED107B2CA9B}"/>
    <dgm:cxn modelId="{C3E5FF2E-D289-4F60-AE9B-C38140BA9C81}" type="presOf" srcId="{329273F6-CA96-4BB6-980E-EF1184094098}" destId="{6D2EF892-DB06-4A50-AE0D-BDBEB48FDF55}" srcOrd="0" destOrd="0" presId="urn:microsoft.com/office/officeart/2005/8/layout/vList2"/>
    <dgm:cxn modelId="{591A683A-2F94-4EC3-98FE-5FB55AD0D5FD}" type="presOf" srcId="{B55F0A60-5E26-48D6-A73C-39CBC47B0725}" destId="{363388B4-9609-496D-B705-8EFF7F6EB349}" srcOrd="0" destOrd="0" presId="urn:microsoft.com/office/officeart/2005/8/layout/vList2"/>
    <dgm:cxn modelId="{9A6E8860-F0D6-4C82-BBB2-919028EB526C}" type="presOf" srcId="{2E75607F-0E9E-4D0C-A0E6-6A1A24BE7AEA}" destId="{363388B4-9609-496D-B705-8EFF7F6EB349}" srcOrd="0" destOrd="1" presId="urn:microsoft.com/office/officeart/2005/8/layout/vList2"/>
    <dgm:cxn modelId="{2543C664-5701-4D9D-ACF9-E728593F3F30}" type="presOf" srcId="{81FAB0D4-AF5B-4192-9D02-4C440CF99C71}" destId="{6D2EF892-DB06-4A50-AE0D-BDBEB48FDF55}" srcOrd="0" destOrd="1" presId="urn:microsoft.com/office/officeart/2005/8/layout/vList2"/>
    <dgm:cxn modelId="{E4AFCF76-E220-457B-B374-23B26654E77F}" srcId="{E16AED7E-719B-4F68-A991-F12B179418F5}" destId="{05140F69-2BED-4A94-813F-E84919FD653B}" srcOrd="1" destOrd="0" parTransId="{BF92FB3A-A73F-4619-B4C2-0E4458577637}" sibTransId="{B6FE2E0A-B6DE-4B4F-8CC3-53012CDFDD4A}"/>
    <dgm:cxn modelId="{7CB94D7B-B265-424E-A903-7CF1EB5C290F}" srcId="{15827C94-B01F-4563-9C19-DE8920717BD0}" destId="{329273F6-CA96-4BB6-980E-EF1184094098}" srcOrd="0" destOrd="0" parTransId="{F30337C6-7D96-42DF-916C-7E0D02F59518}" sibTransId="{10963AAB-AABD-49E4-AC7C-E138C356E229}"/>
    <dgm:cxn modelId="{ED76D68D-6D8C-4B95-9CE7-F51AC4F90CB7}" type="presOf" srcId="{C489DF19-CDFD-4F67-9179-F3EF7BE30D1A}" destId="{E5BFBA2D-CB17-48F3-91E3-EC332263F513}" srcOrd="0" destOrd="0" presId="urn:microsoft.com/office/officeart/2005/8/layout/vList2"/>
    <dgm:cxn modelId="{64E43593-9B02-45D7-B9ED-CB1DE95443AE}" srcId="{58115F52-064B-4886-8FCB-251AD5630F9D}" destId="{C489DF19-CDFD-4F67-9179-F3EF7BE30D1A}" srcOrd="0" destOrd="0" parTransId="{84B3892B-B044-4FC4-95E9-56D38E41063C}" sibTransId="{CDB17EC9-990A-400A-A9C6-1C2373B9C142}"/>
    <dgm:cxn modelId="{955A7596-DB00-4EAF-807A-67F1C6DE4017}" srcId="{E16AED7E-719B-4F68-A991-F12B179418F5}" destId="{58115F52-064B-4886-8FCB-251AD5630F9D}" srcOrd="0" destOrd="0" parTransId="{C7A16279-F965-4518-B9A2-EBE3E58068E4}" sibTransId="{22740099-2BB1-4DDC-BDAE-AD31DBBE0D45}"/>
    <dgm:cxn modelId="{DC920D9A-DA22-4047-8A43-90FE278F6EE5}" srcId="{15827C94-B01F-4563-9C19-DE8920717BD0}" destId="{81FAB0D4-AF5B-4192-9D02-4C440CF99C71}" srcOrd="1" destOrd="0" parTransId="{C74EBA1B-D18F-4343-BD14-CC39928C1B8D}" sibTransId="{2CC7960C-5F6C-466F-91BD-B209CB729C37}"/>
    <dgm:cxn modelId="{1726EAA7-F93B-4059-B4D1-2C93D4056439}" type="presOf" srcId="{E16AED7E-719B-4F68-A991-F12B179418F5}" destId="{BF719C8E-11EE-478D-B1ED-0F35110CF8AF}" srcOrd="0" destOrd="0" presId="urn:microsoft.com/office/officeart/2005/8/layout/vList2"/>
    <dgm:cxn modelId="{83BB2DAC-0EF6-4329-983F-E6C91801F37A}" srcId="{E16AED7E-719B-4F68-A991-F12B179418F5}" destId="{15827C94-B01F-4563-9C19-DE8920717BD0}" srcOrd="2" destOrd="0" parTransId="{9C064DBE-01E8-4B79-B52F-D1A805DAB7E3}" sibTransId="{03FA9B41-CE91-4848-9905-DE496EA1EAC2}"/>
    <dgm:cxn modelId="{D92B27B2-28B1-41BB-8124-F368860895D1}" type="presOf" srcId="{15827C94-B01F-4563-9C19-DE8920717BD0}" destId="{3C14C4F6-A58B-46D3-AC3B-0FC4808A7309}" srcOrd="0" destOrd="0" presId="urn:microsoft.com/office/officeart/2005/8/layout/vList2"/>
    <dgm:cxn modelId="{A078C8D3-9FD3-4096-81BF-200A8DD1E69A}" type="presOf" srcId="{05140F69-2BED-4A94-813F-E84919FD653B}" destId="{62AAA5A2-E595-4364-A20B-29BDA59104BD}" srcOrd="0" destOrd="0" presId="urn:microsoft.com/office/officeart/2005/8/layout/vList2"/>
    <dgm:cxn modelId="{AA792ED8-7871-4C01-9749-43AB2D428497}" srcId="{05140F69-2BED-4A94-813F-E84919FD653B}" destId="{B55F0A60-5E26-48D6-A73C-39CBC47B0725}" srcOrd="0" destOrd="0" parTransId="{1AE675C3-37C7-4290-BB56-90E7D9810319}" sibTransId="{312FB59A-CCB5-4875-8266-44727E6C851B}"/>
    <dgm:cxn modelId="{E163A7F9-F3A1-4E1F-AE88-2942D4992F3E}" type="presParOf" srcId="{BF719C8E-11EE-478D-B1ED-0F35110CF8AF}" destId="{33FC9C6E-BE46-4815-A528-EAB91508DB76}" srcOrd="0" destOrd="0" presId="urn:microsoft.com/office/officeart/2005/8/layout/vList2"/>
    <dgm:cxn modelId="{A9C26132-EDBA-4E19-9D8E-416954EFC766}" type="presParOf" srcId="{BF719C8E-11EE-478D-B1ED-0F35110CF8AF}" destId="{E5BFBA2D-CB17-48F3-91E3-EC332263F513}" srcOrd="1" destOrd="0" presId="urn:microsoft.com/office/officeart/2005/8/layout/vList2"/>
    <dgm:cxn modelId="{C498C160-6140-4859-A478-1E96C2D92E6C}" type="presParOf" srcId="{BF719C8E-11EE-478D-B1ED-0F35110CF8AF}" destId="{62AAA5A2-E595-4364-A20B-29BDA59104BD}" srcOrd="2" destOrd="0" presId="urn:microsoft.com/office/officeart/2005/8/layout/vList2"/>
    <dgm:cxn modelId="{039BAFE9-545F-470A-BCE3-ECB23EF62FC2}" type="presParOf" srcId="{BF719C8E-11EE-478D-B1ED-0F35110CF8AF}" destId="{363388B4-9609-496D-B705-8EFF7F6EB349}" srcOrd="3" destOrd="0" presId="urn:microsoft.com/office/officeart/2005/8/layout/vList2"/>
    <dgm:cxn modelId="{7DC03628-B3AF-4FB3-BBF0-EAFC6D801C58}" type="presParOf" srcId="{BF719C8E-11EE-478D-B1ED-0F35110CF8AF}" destId="{3C14C4F6-A58B-46D3-AC3B-0FC4808A7309}" srcOrd="4" destOrd="0" presId="urn:microsoft.com/office/officeart/2005/8/layout/vList2"/>
    <dgm:cxn modelId="{D59466CB-DC0D-41A4-BCDF-A5417F7F6EC1}" type="presParOf" srcId="{BF719C8E-11EE-478D-B1ED-0F35110CF8AF}" destId="{6D2EF892-DB06-4A50-AE0D-BDBEB48FDF5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29E19-A6C3-4108-AD31-FFE1B174A045}">
      <dsp:nvSpPr>
        <dsp:cNvPr id="0" name=""/>
        <dsp:cNvSpPr/>
      </dsp:nvSpPr>
      <dsp:spPr>
        <a:xfrm>
          <a:off x="0" y="51084"/>
          <a:ext cx="105156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Very simple design</a:t>
          </a:r>
        </a:p>
      </dsp:txBody>
      <dsp:txXfrm>
        <a:off x="43179" y="94263"/>
        <a:ext cx="10429242" cy="798162"/>
      </dsp:txXfrm>
    </dsp:sp>
    <dsp:sp modelId="{E9B10ED4-1544-45D9-AEAC-F406471D11B1}">
      <dsp:nvSpPr>
        <dsp:cNvPr id="0" name=""/>
        <dsp:cNvSpPr/>
      </dsp:nvSpPr>
      <dsp:spPr>
        <a:xfrm>
          <a:off x="0" y="1039284"/>
          <a:ext cx="105156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Used Assignment 4 template for simplicity</a:t>
          </a:r>
        </a:p>
      </dsp:txBody>
      <dsp:txXfrm>
        <a:off x="43179" y="1082463"/>
        <a:ext cx="10429242" cy="798162"/>
      </dsp:txXfrm>
    </dsp:sp>
    <dsp:sp modelId="{05ADF027-90BE-43D5-91E1-8799DAEE97A9}">
      <dsp:nvSpPr>
        <dsp:cNvPr id="0" name=""/>
        <dsp:cNvSpPr/>
      </dsp:nvSpPr>
      <dsp:spPr>
        <a:xfrm>
          <a:off x="0" y="2027484"/>
          <a:ext cx="105156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Counts exact number of each instruction type</a:t>
          </a:r>
        </a:p>
      </dsp:txBody>
      <dsp:txXfrm>
        <a:off x="43179" y="2070663"/>
        <a:ext cx="10429242" cy="798162"/>
      </dsp:txXfrm>
    </dsp:sp>
    <dsp:sp modelId="{78DDD842-0758-48B2-BB6B-FE6F1109010C}">
      <dsp:nvSpPr>
        <dsp:cNvPr id="0" name=""/>
        <dsp:cNvSpPr/>
      </dsp:nvSpPr>
      <dsp:spPr>
        <a:xfrm>
          <a:off x="0" y="3015684"/>
          <a:ext cx="105156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Returns percentages of each type</a:t>
          </a:r>
        </a:p>
      </dsp:txBody>
      <dsp:txXfrm>
        <a:off x="43179" y="3058863"/>
        <a:ext cx="10429242" cy="798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C9C6E-BE46-4815-A528-EAB91508DB76}">
      <dsp:nvSpPr>
        <dsp:cNvPr id="0" name=""/>
        <dsp:cNvSpPr/>
      </dsp:nvSpPr>
      <dsp:spPr>
        <a:xfrm>
          <a:off x="0" y="3042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Multiply</a:t>
          </a:r>
        </a:p>
      </dsp:txBody>
      <dsp:txXfrm>
        <a:off x="32384" y="62813"/>
        <a:ext cx="10450832" cy="598621"/>
      </dsp:txXfrm>
    </dsp:sp>
    <dsp:sp modelId="{E5BFBA2D-CB17-48F3-91E3-EC332263F513}">
      <dsp:nvSpPr>
        <dsp:cNvPr id="0" name=""/>
        <dsp:cNvSpPr/>
      </dsp:nvSpPr>
      <dsp:spPr>
        <a:xfrm>
          <a:off x="0" y="693819"/>
          <a:ext cx="10515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Signed</a:t>
          </a:r>
        </a:p>
      </dsp:txBody>
      <dsp:txXfrm>
        <a:off x="0" y="693819"/>
        <a:ext cx="10515600" cy="447120"/>
      </dsp:txXfrm>
    </dsp:sp>
    <dsp:sp modelId="{62AAA5A2-E595-4364-A20B-29BDA59104BD}">
      <dsp:nvSpPr>
        <dsp:cNvPr id="0" name=""/>
        <dsp:cNvSpPr/>
      </dsp:nvSpPr>
      <dsp:spPr>
        <a:xfrm>
          <a:off x="0" y="114093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Divide</a:t>
          </a:r>
        </a:p>
      </dsp:txBody>
      <dsp:txXfrm>
        <a:off x="32384" y="1173323"/>
        <a:ext cx="10450832" cy="598621"/>
      </dsp:txXfrm>
    </dsp:sp>
    <dsp:sp modelId="{363388B4-9609-496D-B705-8EFF7F6EB349}">
      <dsp:nvSpPr>
        <dsp:cNvPr id="0" name=""/>
        <dsp:cNvSpPr/>
      </dsp:nvSpPr>
      <dsp:spPr>
        <a:xfrm>
          <a:off x="0" y="1804329"/>
          <a:ext cx="105156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Signed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Handles division by zero</a:t>
          </a:r>
        </a:p>
      </dsp:txBody>
      <dsp:txXfrm>
        <a:off x="0" y="1804329"/>
        <a:ext cx="10515600" cy="726570"/>
      </dsp:txXfrm>
    </dsp:sp>
    <dsp:sp modelId="{3C14C4F6-A58B-46D3-AC3B-0FC4808A7309}">
      <dsp:nvSpPr>
        <dsp:cNvPr id="0" name=""/>
        <dsp:cNvSpPr/>
      </dsp:nvSpPr>
      <dsp:spPr>
        <a:xfrm>
          <a:off x="0" y="253089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Modulus</a:t>
          </a:r>
        </a:p>
      </dsp:txBody>
      <dsp:txXfrm>
        <a:off x="32384" y="2563283"/>
        <a:ext cx="10450832" cy="598621"/>
      </dsp:txXfrm>
    </dsp:sp>
    <dsp:sp modelId="{6D2EF892-DB06-4A50-AE0D-BDBEB48FDF55}">
      <dsp:nvSpPr>
        <dsp:cNvPr id="0" name=""/>
        <dsp:cNvSpPr/>
      </dsp:nvSpPr>
      <dsp:spPr>
        <a:xfrm>
          <a:off x="0" y="3194289"/>
          <a:ext cx="105156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Always returns positive, so unsigned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Handles mod by zero</a:t>
          </a:r>
          <a:endParaRPr lang="en-US" sz="2100" kern="1200" dirty="0"/>
        </a:p>
      </dsp:txBody>
      <dsp:txXfrm>
        <a:off x="0" y="3194289"/>
        <a:ext cx="10515600" cy="726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DA7B-BA4B-DADB-C9F0-663385586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42C00-FA2F-EC08-53CB-D3CC39AE0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50F25-D387-BBEB-FB97-80F5C63B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DB87-FB42-0378-F9F6-222A02DF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98EF-EEAF-C40C-BD98-BC9C4A28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65F9-43A3-5138-7A4C-67996627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C0AD-0665-918E-A0F9-847DF94F1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30196-A439-A262-7735-6F73C2EE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432C2-025E-E1BA-028D-94FE9881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36DBC-A132-65E9-7AE7-0C073B55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9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7448-70DE-D3C7-09A4-5B9ACC8A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B16AF-9073-FEA1-408B-501140FF5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0796-4290-3D9A-DCF6-BE9E28EB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7D58B-C152-C619-8EBA-C6B184E4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8F81C-8447-B617-4CF1-870A8B1B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2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A42B-BCC8-3234-2E7A-6FB639DD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87FE-A66D-CF36-D144-626B9BF32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4B4ED-DC5B-7B88-81C2-48820286D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3E5BF-DBA7-A482-FA25-A75E5065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40EC2-69FF-1772-507D-89C27ED8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867C-C806-D9C1-EEEF-C8913909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7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A05B-3C01-90A8-65E3-B203E94D6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2E472-D701-99D5-36F9-52B96FBB9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239FD-C507-450C-1584-B6CFD65B0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02A91-A376-B5BE-8F26-2B3CE5A28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BBC19-C48B-4B7D-ACE5-0D901DD35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B7D65-5405-2D04-4EFF-35A07BA0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C64D03-E343-CC20-315B-4DECDBCF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6CA19-E66C-65FF-E9D4-738BF25B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3531-387B-B050-9E59-1FEFDFD0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6AF39-F727-4AF7-73D3-45BA52BD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5210E-FB1F-53AF-7119-45280575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283D0-5672-4C39-824E-DCDBCB44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9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2EA17-7E08-974F-FF52-C6A2DCCA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B01C3-4290-538B-5958-FB141742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2F8E3-9D1B-A3E1-F1CC-3E72F3EE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FC10-3375-36E7-6D19-18FA33B0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9C81-7BF9-D6AC-0F90-906FFB8D1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7DFAD-8DFB-FD94-275B-49B4AA379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2F3E9-3BDE-40DA-2595-BBCA57A2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F79AE-5790-6B80-6F39-39F95242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06232-93D9-D6F3-0634-768401EA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1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460E-DC92-A65E-325E-C8E27B98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D280C-803B-8D36-270E-72634FCDF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9EE4F-66E6-1411-BADF-6475040B8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B3708-6E2E-3AEE-8ABE-0C374094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08459-6FB7-802A-C15A-963C0BEE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F3CD8-E9FB-07CF-6525-45D2BFF3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9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777E-BED1-8451-B933-341D13B3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49976-8C23-749A-CBB6-0B15C7D50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FCE87-568D-B994-7CD3-D24B7C96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74C83-B1BA-EF8F-CE56-25236F58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E7ED6-3F85-009F-BF2F-4B66849A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DF61F-C13F-0721-4504-6F2AFEADC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EF117-3299-0D31-6546-0D57913D4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62C51-6B0E-4FFD-F954-BFAC6303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E228A-6AFC-DF8D-9463-074E7FB7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10D79-E10C-088E-299C-647EF5C7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7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EAE54-F91E-B09B-7B4D-298EA1AE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13A8F-42FA-4156-F1B6-0C806AD1A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180C3-F915-5971-1EDE-8987F9AA7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F15CE-0373-436F-BE45-D621F93BFB9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B3E8-F752-9D8C-A186-F209BB503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D1452-8F2D-3034-A2D3-AFC1484AB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0A61D-529A-47E5-9D59-A2E13321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6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0D52C-FEE0-B165-C9A2-F46FBE7F7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Instruction Mix Analysis +</a:t>
            </a:r>
            <a:br>
              <a:rPr lang="en-US" sz="7400">
                <a:solidFill>
                  <a:srgbClr val="FFFFFF"/>
                </a:solidFill>
              </a:rPr>
            </a:br>
            <a:r>
              <a:rPr lang="en-US" sz="7400">
                <a:solidFill>
                  <a:srgbClr val="FFFFFF"/>
                </a:solidFill>
              </a:rPr>
              <a:t>Expanded Instruction 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3065E-BA14-251C-3A5A-582239E53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By: Luna McMullen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5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16327-C08D-8E23-3BAA-1CA9B44C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AFAF-C696-A84B-E7C4-1CD529F8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Instruction Mix Analysis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Creates log Showing exact number and percentage of each type of instruction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Extended Instruction Support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Multiply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Divide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Modulus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18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0BF5-7BCB-4987-6EFE-7C160145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Closer 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68C7973-6529-5A01-F0B2-48F49527E2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82836"/>
          <a:ext cx="10515600" cy="3951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AB93B23-27AD-2CE4-527D-3030AB551B0E}"/>
              </a:ext>
            </a:extLst>
          </p:cNvPr>
          <p:cNvSpPr txBox="1">
            <a:spLocks/>
          </p:cNvSpPr>
          <p:nvPr/>
        </p:nvSpPr>
        <p:spPr>
          <a:xfrm>
            <a:off x="838200" y="10572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Instruction Mix Analyzer</a:t>
            </a:r>
          </a:p>
        </p:txBody>
      </p:sp>
    </p:spTree>
    <p:extLst>
      <p:ext uri="{BB962C8B-B14F-4D97-AF65-F5344CB8AC3E}">
        <p14:creationId xmlns:p14="http://schemas.microsoft.com/office/powerpoint/2010/main" val="197587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FFDE-79D5-D67F-468F-F44C0814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CAC4-566F-5DCE-E544-B904849F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Closer 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6D6F278-9E3E-C231-02E7-0E54A1967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469960"/>
              </p:ext>
            </p:extLst>
          </p:nvPr>
        </p:nvGraphicFramePr>
        <p:xfrm>
          <a:off x="838200" y="2382836"/>
          <a:ext cx="10515600" cy="3951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AF78E19C-4C0D-9E8A-D1FD-521251849CDA}"/>
              </a:ext>
            </a:extLst>
          </p:cNvPr>
          <p:cNvSpPr txBox="1">
            <a:spLocks/>
          </p:cNvSpPr>
          <p:nvPr/>
        </p:nvSpPr>
        <p:spPr>
          <a:xfrm>
            <a:off x="838200" y="10572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Multiply, Divide, and Modulus instructions</a:t>
            </a:r>
          </a:p>
        </p:txBody>
      </p:sp>
    </p:spTree>
    <p:extLst>
      <p:ext uri="{BB962C8B-B14F-4D97-AF65-F5344CB8AC3E}">
        <p14:creationId xmlns:p14="http://schemas.microsoft.com/office/powerpoint/2010/main" val="26827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46149-3834-5B2B-59C1-E49D2FD1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Instruction Extension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D2DC4-ACE1-7901-6827-AF03E3F19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09" y="1928621"/>
            <a:ext cx="2693275" cy="3997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E6FF1-5AD5-FA5D-8568-8C46DF373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293" y="2230885"/>
            <a:ext cx="8945095" cy="32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7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81A82-F288-7226-7C96-6FD0309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A19D5C-7E12-AAD9-F920-07D4504A5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5D1994-70AE-01CC-14E4-E580AFEA7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18870-37CA-BD6D-42E4-8F2695C55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3E14CC-9A43-9681-9E6A-845A89AC9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5381BC-2A77-01BA-CA6D-5640562A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F66C4-176C-639C-B643-1948145B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Instruction Count Analysis Code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05E9338-BA27-6CF7-A326-C5F9546BA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606" y="1656448"/>
            <a:ext cx="2514951" cy="2133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3DBA28-ABC4-6762-9624-5966CED2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115" y="4113352"/>
            <a:ext cx="5065230" cy="223283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FDCFA6-93C0-CEF7-1520-9E14B23C0505}"/>
              </a:ext>
            </a:extLst>
          </p:cNvPr>
          <p:cNvCxnSpPr/>
          <p:nvPr/>
        </p:nvCxnSpPr>
        <p:spPr>
          <a:xfrm>
            <a:off x="261850" y="3893575"/>
            <a:ext cx="1127138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28CBF1D-6052-1953-107E-87D90BE60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50" y="3996805"/>
            <a:ext cx="5723615" cy="28345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36454F6-2FED-B7C6-8C25-0B1EAF7C8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465" y="1788594"/>
            <a:ext cx="7205003" cy="181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8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96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Instruction Mix Analysis + Expanded Instruction Set</vt:lpstr>
      <vt:lpstr>Project Overview</vt:lpstr>
      <vt:lpstr>Closer View</vt:lpstr>
      <vt:lpstr>Closer View</vt:lpstr>
      <vt:lpstr>Instruction Extension Code</vt:lpstr>
      <vt:lpstr>Instruction Count Analysis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McMullen</dc:creator>
  <cp:lastModifiedBy>Luna McMullen</cp:lastModifiedBy>
  <cp:revision>2</cp:revision>
  <dcterms:created xsi:type="dcterms:W3CDTF">2026-05-01T06:23:39Z</dcterms:created>
  <dcterms:modified xsi:type="dcterms:W3CDTF">2026-05-03T06:06:39Z</dcterms:modified>
</cp:coreProperties>
</file>